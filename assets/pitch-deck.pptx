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0" b="1">
                <a:solidFill>
                  <a:srgbClr val="4F46E5"/>
                </a:solidFill>
              </a:rPr>
              <a:t>🤟 SignBridge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475569"/>
                </a:solidFill>
              </a:rPr>
              <a:t>Real-time ASL → English speech, on a single AMD Instinct MI300X.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Track 3 · Vision &amp; Multimodal AI · AMD Developer Hackathon 2026 · Lucas Loo Tan Yu Heng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</a:rPr>
              <a:t>70 million deaf people. Interpreters cost $50–200/hr. They're scarce.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E1B4B"/>
                </a:solidFill>
              </a:rPr>
              <a:t>• Courts, hospitals, schools, and public services must by law provide interpretation (ADA Title II/III in the US; European Accessibility Act 2025 in the EU).</a:t>
            </a:r>
          </a:p>
          <a:p>
            <a:pPr/>
            <a:r>
              <a:rPr sz="1800">
                <a:solidFill>
                  <a:srgbClr val="1E1B4B"/>
                </a:solidFill>
              </a:rPr>
              <a:t>• Sorenson VRS — the dominant sign-language relay-services provider — books $4B+ in annual revenue filling this gap. The demand is enormous and budgeted-for.</a:t>
            </a:r>
          </a:p>
          <a:p>
            <a:pPr/>
            <a:r>
              <a:rPr sz="1800">
                <a:solidFill>
                  <a:srgbClr val="1E1B4B"/>
                </a:solidFill>
              </a:rPr>
              <a:t>• Existing AI alternatives (Be My Eyes, Microsoft Seeing AI) are turn-based, photo-only, English-default, and closed-source.</a:t>
            </a:r>
          </a:p>
          <a:p>
            <a:pPr/>
            <a:r>
              <a:rPr sz="1800">
                <a:solidFill>
                  <a:srgbClr val="1E1B4B"/>
                </a:solidFill>
              </a:rPr>
              <a:t>• Real ASL is motion. Single-frame approaches fundamentally cannot translate "HELLO" or "THANK YOU".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4F46E5"/>
                </a:solidFill>
              </a:rPr>
              <a:t>Hold to record. Sign. Speak.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1E1B4B"/>
                </a:solidFill>
              </a:rPr>
              <a:t>• 1. Hold-to-record button captures 1.5 seconds of your sign.</a:t>
            </a:r>
          </a:p>
          <a:p>
            <a:pPr/>
            <a:r>
              <a:rPr sz="2200">
                <a:solidFill>
                  <a:srgbClr val="1E1B4B"/>
                </a:solidFill>
              </a:rPr>
              <a:t>• 2. Multi-stage pipeline (vision → reasoning → speech) translates it.</a:t>
            </a:r>
          </a:p>
          <a:p>
            <a:pPr/>
            <a:r>
              <a:rPr sz="2200">
                <a:solidFill>
                  <a:srgbClr val="1E1B4B"/>
                </a:solidFill>
              </a:rPr>
              <a:t>• 3. The other person hears natural English.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4899"/>
                </a:solidFill>
              </a:rPr>
              <a:t>Two people who couldn't communicate, now can.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</a:rPr>
              <a:t>We fine-tuned Qwen3-VL-8B on a single MI300X — 54 minutes, 92% accuracy.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1B4B"/>
                </a:solidFill>
                <a:latin typeface="Menlo"/>
              </a:rPr>
              <a:t>Webcam frame
  ├─►  MediaPipe Hand → trained MLP   (90% acc, ~50 ms CPU)
  │      └─ falls through to ↓
  └─►  Recorded clip → ffmpeg → vLLM video_url
         → fine-tuned Qwen3-VL-8B (native video, AMD MI300X)
                  ↓
         Qwen3-8B composer  (sign tokens → English, vLLM port 8001)
                  ↓
         gTTS  (free, fast speech synthesis)
                  ↓
             Audio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475569"/>
                </a:solidFill>
              </a:rPr>
              <a:t>• MI300X 1× holds the entire pipeline.</a:t>
            </a:r>
          </a:p>
          <a:p>
            <a:pPr/>
            <a:r>
              <a:rPr sz="1400">
                <a:solidFill>
                  <a:srgbClr val="475569"/>
                </a:solidFill>
              </a:rPr>
              <a:t>• Same workload on H100 (80 GB) → 3-GPU cluster.</a:t>
            </a:r>
          </a:p>
          <a:p>
            <a:pPr/>
            <a:r>
              <a:rPr sz="1400">
                <a:solidFill>
                  <a:srgbClr val="475569"/>
                </a:solidFill>
              </a:rPr>
              <a:t>• 192 GB HBM3, 5.3 TB/s mem bandwidth.</a:t>
            </a:r>
          </a:p>
          <a:p>
            <a:pPr/>
            <a:r>
              <a:rPr sz="1400">
                <a:solidFill>
                  <a:srgbClr val="475569"/>
                </a:solidFill>
              </a:rPr>
              <a:t>• Both LLMs concurrent on one GPU, no sharding.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4F46E5"/>
                </a:solidFill>
              </a:rPr>
              <a:t>Live demo.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75569"/>
                </a:solidFill>
              </a:rPr>
              <a:t>huggingface.co/spaces/lablab-ai-amd-developer-hackathon/signbridge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(Switch to the live HF Space — fingerspell L-U-C-A-S → Speak → "Lucas")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F46E5"/>
                </a:solidFill>
              </a:rPr>
              <a:t>LoRA-fine-tuned Qwen3-VL-8B — the brain.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E1B4B"/>
                </a:solidFill>
              </a:rPr>
              <a:t>• Recognizer: our LoRA-fine-tuned Qwen3-VL-8B (huggingface.co/LucasLooTan/signbridge-qwen3vl-8b-asl), trained in 54 min on a single AMD Instinct MI300X. Lifts ASL accuracy from 19% zero-shot → 92%.</a:t>
            </a:r>
          </a:p>
          <a:p>
            <a:pPr/>
            <a:r>
              <a:rPr sz="1600">
                <a:solidFill>
                  <a:srgbClr val="1E1B4B"/>
                </a:solidFill>
              </a:rPr>
              <a:t>• Motion signs: we send the whole recorded clip natively to Qwen3-VL via vLLM's video_url block. Qwen3-VL's own temporal encoder handles motion. No manual frame sampling.</a:t>
            </a:r>
          </a:p>
          <a:p>
            <a:pPr/>
            <a:r>
              <a:rPr sz="1600">
                <a:solidFill>
                  <a:srgbClr val="1E1B4B"/>
                </a:solidFill>
              </a:rPr>
              <a:t>• Closed-vocabulary forcing + domain priming keep Qwen on-rails for the 87-token sign vocab.</a:t>
            </a:r>
          </a:p>
          <a:p>
            <a:pPr/>
            <a:r>
              <a:rPr sz="1600">
                <a:solidFill>
                  <a:srgbClr val="1E1B4B"/>
                </a:solidFill>
              </a:rPr>
              <a:t>• Qwen3-8B composes Qwen-VL's tokens into English (also on the MI300X via vLLM, separate port). gTTS synthesises the audio.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C4899"/>
                </a:solidFill>
              </a:rPr>
              <a:t>Qwen3-VL is the only thing in the pipeline making the visual judgement. The rest is plumbing.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F46E5"/>
                </a:solidFill>
              </a:rPr>
              <a:t>Four judging criteria. Four deliberate choices.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C4899"/>
                </a:solidFill>
              </a:rPr>
              <a:t>Application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1B4B"/>
                </a:solidFill>
              </a:rPr>
              <a:t>Multi-modal pipeline (vision + reasoning + voice) running concurrently on a single MI300X — exactly what Track 3's massive memory bandwidth was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C4899"/>
                </a:solidFill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69748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1B4B"/>
                </a:solidFill>
              </a:rPr>
              <a:t>Demo is experienced: judge holds phone, signs HELLO, hears "Hello." 30 seconds, no explanation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C4899"/>
                </a:solidFill>
              </a:rPr>
              <a:t>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93192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1B4B"/>
                </a:solidFill>
              </a:rPr>
              <a:t>$4B+ existing market (Sorenson VRS comparable), legally-mandated interpretation budgets, open-source so any Deaf-led NGO/ministry/school can self-host on their own AMD compute.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C4899"/>
                </a:solidFill>
              </a:rPr>
              <a:t>Originality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516636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1B4B"/>
                </a:solidFill>
              </a:rPr>
              <a:t>First open-source pipeline to send recorded ASL natively to a fine-tuned Qwen3-VL via vLLM video_url — combining the AMD fine-tune story with native-video understanding for sign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F46E5"/>
                </a:solidFill>
              </a:rPr>
              <a:t>SignBridge is a substrate. Deaf-led teams are the deployers.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E1B4B"/>
                </a:solidFill>
              </a:rPr>
              <a:t>• MIT-licensed, open-source: github.com/seekerPrice/signbridge</a:t>
            </a:r>
          </a:p>
          <a:p>
            <a:pPr/>
            <a:r>
              <a:rPr sz="1800">
                <a:solidFill>
                  <a:srgbClr val="1E1B4B"/>
                </a:solidFill>
              </a:rPr>
              <a:t>• ASL only V1 is a scope decision — BSL, MSL, CSL, ISL, +200 sign languages each deserve their own teams, training data, and Deaf community leadership.</a:t>
            </a:r>
          </a:p>
          <a:p>
            <a:pPr/>
            <a:r>
              <a:rPr sz="1800">
                <a:solidFill>
                  <a:srgbClr val="1E1B4B"/>
                </a:solidFill>
              </a:rPr>
              <a:t>• Privacy by default — frames and audio are processed in-memory, not persisted.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75569"/>
                </a:solidFill>
              </a:rPr>
              <a:t>The hardest part of accessibility isn't building. It's deploying.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C4899"/>
                </a:solidFill>
              </a:rPr>
              <a:t>AMD makes the deploying possible.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